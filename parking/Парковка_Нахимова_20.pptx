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881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ЖК «Морская рапсодия», Санкт-Петербург, ул. Нахимова, д.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на карте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фасады и улицы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двор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55955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" y="565099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650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555955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парковочных мест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3D-модель двора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0936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44652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4652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13232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Заработная плата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0936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652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4652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0936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54" name="Shape 52"/>
          <p:cNvSpPr/>
          <p:nvPr/>
        </p:nvSpPr>
        <p:spPr>
          <a:xfrm>
            <a:off x="644652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4652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13232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Санкт-Петербург, Василеостровский р-н, МО Гавань, ул. Нахимова, д.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ЖК «Морская рапсодия»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постройки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17–25 этажей, индивидуальный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кирпично-монолитный, перекрытия ж/б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Подъезды / лифты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подъездов, 13 лифтов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 / жителей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квартир, 683 жителя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дома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42 176 м², жилая 30 055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Парковка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подземный паркинг + открытая парковка во дворе; двор закрыт шлагбаумами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389120" cy="2478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 с ул. Нахимова (Яндекс Панорамы)</a:t>
            </a:r>
            <a:endParaRPr lang="en-US" sz="1200" dirty="0"/>
          </a:p>
        </p:txBody>
      </p:sp>
      <p:pic>
        <p:nvPicPr>
          <p:cNvPr id="8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4160520"/>
            <a:ext cx="4389120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Домклик, ЦИАН (карточка дома), beyond.ru, Яндекс Карты — проверено в сентябре 2026 г.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карте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30752"/>
          </a:xfrm>
          <a:prstGeom prst="rect">
            <a:avLst/>
          </a:prstGeom>
        </p:spPr>
      </p:pic>
      <p:pic>
        <p:nvPicPr>
          <p:cNvPr id="6" name="Image 1" descr="/home/user/mirigrushek/parking/img/map_z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730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Спутник: дом 20 на углу ул. Нахимова и Галерного проезда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квартала: двор между д. 20, 20к2 и 22, въезды со шлагбаумами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фасады и улицы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/home/user/mirigrushek/parking/img/pano_e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86400" cy="3374136"/>
          </a:xfrm>
          <a:prstGeom prst="rect">
            <a:avLst/>
          </a:prstGeom>
        </p:spPr>
      </p:pic>
      <p:pic>
        <p:nvPicPr>
          <p:cNvPr id="6" name="Image 1" descr="/home/user/mirigrushek/parking/img/pano_galer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303520" cy="28895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Восточная часть дома, ул. Нахимова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4224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Галерного проезда: парковка вдоль проезда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Панорамы,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двор дома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440680" cy="2286000"/>
          </a:xfrm>
          <a:prstGeom prst="rect">
            <a:avLst/>
          </a:prstGeom>
        </p:spPr>
      </p:pic>
      <p:pic>
        <p:nvPicPr>
          <p:cNvPr id="6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234440"/>
            <a:ext cx="5440680" cy="2286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проезд: машины стоят по обе стороны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Южный фасад и палисадник вдоль проезда</a:t>
            </a:r>
            <a:endParaRPr lang="en-US" sz="1200" dirty="0"/>
          </a:p>
        </p:txBody>
      </p:sp>
      <p:pic>
        <p:nvPicPr>
          <p:cNvPr id="9" name="Image 2" descr="/home/user/mirigrushek/parking/img/yard_wint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977640"/>
            <a:ext cx="5440680" cy="1920240"/>
          </a:xfrm>
          <a:prstGeom prst="rect">
            <a:avLst/>
          </a:prstGeom>
        </p:spPr>
      </p:pic>
      <p:pic>
        <p:nvPicPr>
          <p:cNvPr id="10" name="Image 3" descr="/home/user/mirigrushek/parking/img/yard_ent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977640"/>
            <a:ext cx="544068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зимой: стихийная парковка на проездах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Восточный въезд и огороженная парковка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+107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по проекту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на снимках и панорамах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стоят вдоль внутридворового проезда с обеих сторон — проезд сужается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парковка стихийная, без разметки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парковка у д. 20к2 заполнена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паркуются и вдоль Галерного проезда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400 квартир мест во дворе недостаточно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обустроить 107 новых парковочных мест во дворе МКД ул. Нахимова, 20 и поставить шлагбаум на восточном въезде.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двор по снимкам и на месте, получить решение ОСС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газон ≈ 1 340 м² в зонах новых мест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 на 107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шлагбаум, освещение, водоотвод, разметку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парковочных мест во дворе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pic>
        <p:nvPicPr>
          <p:cNvPr id="5" name="Image 0" descr="/home/user/mirigrushek/parking/img/plan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5129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234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места: 107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0" y="1783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Вдоль фасада — 38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0" y="2304288"/>
            <a:ext cx="329184" cy="2560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0" y="22402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у 20к2 — 18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0" y="2761488"/>
            <a:ext cx="329184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0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газона д. 22 — 42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0" y="3218688"/>
            <a:ext cx="329184" cy="256032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0" y="3154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западного въезда — 9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0" y="3675888"/>
            <a:ext cx="329184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0" y="3611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МГН (в ряду у фасада)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4133088"/>
            <a:ext cx="329184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шлагбаум (восточный въезд)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6177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Места 2,5 × 5 м, перпендикулярно проезду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Проезды 6 м сохраняются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нового покрытия ≈ 1 340 м²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Размещение — по схеме заказчика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Подложка: Яндекс Карты. Масштаб 1 px ≈ 0,3 м. Схема — проектное предложение, требует геодезической съёмки и решения ОСС.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3D-модель двора после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pic>
        <p:nvPicPr>
          <p:cNvPr id="5" name="Image 0" descr="/home/user/mirigrushek/parking/img/3d_e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949440" cy="3913632"/>
          </a:xfrm>
          <a:prstGeom prst="rect">
            <a:avLst/>
          </a:prstGeom>
        </p:spPr>
      </p:pic>
      <p:pic>
        <p:nvPicPr>
          <p:cNvPr id="6" name="Image 1" descr="/home/user/mirigrushek/parking/img/3d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234440"/>
            <a:ext cx="3886200" cy="2185416"/>
          </a:xfrm>
          <a:prstGeom prst="rect">
            <a:avLst/>
          </a:prstGeom>
        </p:spPr>
      </p:pic>
      <p:pic>
        <p:nvPicPr>
          <p:cNvPr id="7" name="Image 2" descr="/home/user/mirigrushek/parking/img/3d_y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3611880"/>
            <a:ext cx="3886200" cy="218541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2120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юго-востока: ряды у фасада, у газона и площадка 20к2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7726680" y="34290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сверху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726680" y="5815584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юга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three.js, здания — упрощённые объёмы по контурам Яндекс Карт. Интерактивная версия — parking/3d_model.html.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pic>
        <p:nvPicPr>
          <p:cNvPr id="6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303520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1645920"/>
            <a:ext cx="5303520" cy="17373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6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04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51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98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45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93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40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87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35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82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29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772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45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718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191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664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138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084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557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30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504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6977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450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992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39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87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434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581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728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876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023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70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318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465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12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09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56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604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751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898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45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3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40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487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635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82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929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0772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245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718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5191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6664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8138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9611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1084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2557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030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5504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6977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8450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992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139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287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434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581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28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876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1023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70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318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1465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1612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новых мест (в т.ч. 2 для МГН)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309360" y="1645920"/>
            <a:ext cx="294640" cy="1737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86" name="Text 83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Геодезическая съёмка и согласования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 недель (подготовка + работы)</a:t>
            </a:r>
            <a:endParaRPr lang="en-US" sz="1400" dirty="0"/>
          </a:p>
        </p:txBody>
      </p:sp>
      <p:sp>
        <p:nvSpPr>
          <p:cNvPr id="87" name="Text 84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88" name="Text 85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+107 новых мест в 4 зонах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восточном въезде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проезд для скорой и пожарной техники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Компенсационное озеленение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 (вывоз грунта 871 м³)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1 075 800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1 075 800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1 283 750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11 человек.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газона 1340 м², выемка грунта 871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646 550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1340 м², песок 402 м³, щебень 335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1 554 400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1340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1 675 000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420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90 м + 3 дождеприёмника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6 опор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107 мест (термопластик) + знаки МГН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автомат. с GSM на восточном въезде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Геодезия, 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5 578 750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1 075 800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1 283 750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396 915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8 335 215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20 838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(400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77 899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1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1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02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02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6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6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8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8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5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5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геодезия, проект, согласования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856232"/>
            <a:ext cx="3048000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Демонтаж газона, земляные работы, вывоз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02880" y="2441448"/>
            <a:ext cx="1219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3026664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241280" y="3611880"/>
            <a:ext cx="609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и освещение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936480" y="4197096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850880" y="4782312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недели; строительство — 5 недель (25 рабочих дней), по зонам. Работы с 8:00 до 20:00, проезд во дворе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обследован по снимкам и панорамам Яндекс 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Размещено 107 новых мест в 4 зонах двора (≈ 1 340 м²)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въезде, освещение, водоотвод, места для МГН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9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+107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8 335 215 ₽  ·  9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+107 мест, въезд под контролем шлагбаума.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2026-09-30T09:28:09Z</dcterms:created>
  <dcterms:modified xsi:type="dcterms:W3CDTF">2026-09-30T09:28:09Z</dcterms:modified>
</cp:coreProperties>
</file>