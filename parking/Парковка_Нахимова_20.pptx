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881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ЖК «Морская рапсодия», Санкт-Петербург, ул. Нахимова, д.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на карте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фасады и улицы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двор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парковочных мест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0936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Заработная плата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13232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0936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652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4652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Санкт-Петербург, Василеостровский р-н, МО Гавань, ул. Нахимова, д.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ЖК «Морская рапсодия»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постройки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2010, индивидуальный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этажей (с техническим — 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монолитный, перекрытия железобетонные; газа 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Подъезды / лифты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подъездов, 13 лифтов (7 пасс. + 6 груз.)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 / жителей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квартир, 683 жителя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дома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42 176 м², жилая 30 055 м², нежилая 9 022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Управление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ТСЖ «Нахимова 20»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Парковка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подземный паркинг + открытая во дворе; въезды со шлагбаумами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389120" cy="2478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 с ул. Нахимова (Яндекс Панорамы)</a:t>
            </a:r>
            <a:endParaRPr lang="en-US" sz="1200" dirty="0"/>
          </a:p>
        </p:txBody>
      </p:sp>
      <p:pic>
        <p:nvPicPr>
          <p:cNvPr id="8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4160520"/>
            <a:ext cx="4389120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2ГИС (карточка дома, сентябрь 2026), реестр домов (Домклик/ЦИАН), Яндекс Карты. Этажность в источниках: 25 (2ГИС) и 26 (реестр).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карте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30752"/>
          </a:xfrm>
          <a:prstGeom prst="rect">
            <a:avLst/>
          </a:prstGeom>
        </p:spPr>
      </p:pic>
      <p:pic>
        <p:nvPicPr>
          <p:cNvPr id="6" name="Image 1" descr="/home/user/mirigrushek/parking/img/map_z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730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Спутник: дом 20 на углу ул. Нахимова и Галерного проезда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квартала: двор между д. 20, 20к2 и 22, въезды со шлагбаумами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фасады и улицы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/home/user/mirigrushek/parking/img/pano_e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86400" cy="3374136"/>
          </a:xfrm>
          <a:prstGeom prst="rect">
            <a:avLst/>
          </a:prstGeom>
        </p:spPr>
      </p:pic>
      <p:pic>
        <p:nvPicPr>
          <p:cNvPr id="6" name="Image 1" descr="/home/user/mirigrushek/parking/img/pano_galer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303520" cy="28895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Восточная часть дома, ул. Нахимова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4224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Галерного проезда: парковка вдоль проезда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Панорамы,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двор дома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440680" cy="2286000"/>
          </a:xfrm>
          <a:prstGeom prst="rect">
            <a:avLst/>
          </a:prstGeom>
        </p:spPr>
      </p:pic>
      <p:pic>
        <p:nvPicPr>
          <p:cNvPr id="6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234440"/>
            <a:ext cx="5440680" cy="2286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проезд: машины стоят по обе стороны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Южный фасад и палисадник вдоль проезда</a:t>
            </a:r>
            <a:endParaRPr lang="en-US" sz="1200" dirty="0"/>
          </a:p>
        </p:txBody>
      </p:sp>
      <p:pic>
        <p:nvPicPr>
          <p:cNvPr id="9" name="Image 2" descr="/home/user/mirigrushek/parking/img/yard_wint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977640"/>
            <a:ext cx="5440680" cy="1920240"/>
          </a:xfrm>
          <a:prstGeom prst="rect">
            <a:avLst/>
          </a:prstGeom>
        </p:spPr>
      </p:pic>
      <p:pic>
        <p:nvPicPr>
          <p:cNvPr id="10" name="Image 3" descr="/home/user/mirigrushek/parking/img/yard_ent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977640"/>
            <a:ext cx="544068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зимой: стихийная парковка на проездах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Восточный въезд и огороженная парковка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+171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по проекту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на снимках и панорамах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стоят вдоль внутридворового проезда с обеих сторон — проезд сужается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парковка стихийная, без разметки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парковка у д. 20к2 заполнена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паркуются и вдоль Галерного проезда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400 квартир мест во дворе недостаточно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обустроить 171 новых парковочных мест во дворе МКД ул. Нахимова, 20 и поставить шлагбаумы на двух въездах.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двор по снимкам и на месте, получить решение ОСС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газон ≈ 2 140 м² в зонах новых мест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 на 171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шлагбаумы, освещение, водоотвод, разметку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парковочных мест во дворе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pic>
        <p:nvPicPr>
          <p:cNvPr id="5" name="Image 0" descr="/home/user/mirigrushek/parking/img/plan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406640" cy="35753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234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места: 171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0" y="1801368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0" y="1737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Вдоль фасада — 40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0" y="2185416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0" y="212140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Вокруг д. 22 — 33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0" y="2569464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0" y="25054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у 20к2 — 29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0" y="2953512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0" y="28895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Въезд с Малого пр. — 35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0" y="3337560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0" y="32735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Западный въезд — 24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3721608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0" y="36576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Западное крыло — 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0" y="4105656"/>
            <a:ext cx="329184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0" y="40416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МГН (в ряду у фасада)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229600" y="4489704"/>
            <a:ext cx="329184" cy="25603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686800" y="44256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Шлагбаумы (2 въезда)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9377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места одного размера 2,5 × 5 м, с равным шагом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Проезды 6 м сохраняются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нового покрытия ≈ 2 140 м²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Размещение — по схеме заказчика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Подложка: Яндекс Карты. Масштаб 1 px ≈ 0,3 м. Схема — проектное предложение, требует геодезической съёмки и решения ОСС.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pic>
        <p:nvPicPr>
          <p:cNvPr id="6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303520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1645920"/>
            <a:ext cx="5303520" cy="17373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6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04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51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98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45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93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40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87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35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82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29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772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45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718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191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664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138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084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557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30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504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6977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450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992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39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87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434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581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728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876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023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70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318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465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12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09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56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604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751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898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45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3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40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487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635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82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929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0772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245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718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5191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6664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8138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9611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1084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2557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030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5504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6977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8450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992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139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287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434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581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28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876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1023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70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318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1465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1612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новых мест (в т.ч. 2 для МГН)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309360" y="1645920"/>
            <a:ext cx="294640" cy="1737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86" name="Text 83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Геодезическая съёмка и согласования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11 недель (подготовка + работы)</a:t>
            </a:r>
            <a:endParaRPr lang="en-US" sz="1400" dirty="0"/>
          </a:p>
        </p:txBody>
      </p:sp>
      <p:sp>
        <p:nvSpPr>
          <p:cNvPr id="87" name="Text 84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88" name="Text 85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+171 новых мест в 6 зонах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Шлагбаумы на двух въездах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проезд для скорой и пожарной техники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Компенсационное озеленение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 (вывоз грунта 1391 м³)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1 681 700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1 681 700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 (весь срок, 11 недель)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1 274 500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1 656 850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11 человек.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Прораб ведёт объект весь срок — 11 недель = 55 рабочих дней (подготовка, согласования, работы, приёмка). Рабочие заняты только на стройке — 7 недель.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газона 2140 м², выемка грунта 1391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1 032 550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2140 м², песок 642 м³, щебень 535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2 482 400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2140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2 675 000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700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140 м + 4 дождеприёмника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10 опор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171 мест (термопластик) + знаки МГН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шлагбаума с GSM (въезды с Малого пр. и с Галерного пр.)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Геодезия, 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8 951 350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1 681 700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1 656 850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614 495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12 904 395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32 261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(400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75 464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78335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378335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01789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01789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5244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5244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48698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48698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72153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72153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95607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95607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19062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9062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42516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742516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65971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365971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989425" y="1280160"/>
            <a:ext cx="62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989425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геодезия, проект, согласования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1856232"/>
            <a:ext cx="2493818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Демонтаж газона, земляные работы, вывоз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248698" y="2441448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46225" y="3026664"/>
            <a:ext cx="1620982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867207" y="3611880"/>
            <a:ext cx="748145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Шлагбаумы и освещение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742516" y="4197096"/>
            <a:ext cx="997527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740044" y="4782312"/>
            <a:ext cx="872836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недели; строительство — 7 недель (35 рабочих дней), по зонам. Работы с 8:00 до 20:00, проезд во дворе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обследован по снимкам и панорамам Яндекс 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Размещено 171 новых мест в 6 зонах двора (≈ 2 140 м²)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Шлагбаумы на въездах, освещение, водоотвод, места для МГН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11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+171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12 904 395 ₽  ·  11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+171 мест, въезд под контролем шлагбаума.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yard_facade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82E">
              <a:alpha val="7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184648" y="3794760"/>
            <a:ext cx="1828800" cy="7315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ул. Нахимова, д. 20  ·  +171 парковочных мест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2026-10-01T08:41:30Z</dcterms:created>
  <dcterms:modified xsi:type="dcterms:W3CDTF">2026-10-01T08:41:31Z</dcterms:modified>
</cp:coreProperties>
</file>